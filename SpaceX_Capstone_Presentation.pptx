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1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2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Relationship Id="rId2" Type="http://schemas.openxmlformats.org/officeDocument/2006/relationships/image" Target="../media/image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SpaceX Falcon 9 Landing Prediction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IBM Applied Data Science Capstone Project</a:t>
            </a:r>
          </a:p>
          <a:p>
            <a:r>
              <a:t>Prepared by Lucky Singh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Executive Summary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Analyzed SpaceX Falcon 9 launch data using the complete data science lifecycle.</a:t>
            </a:r>
          </a:p>
          <a:p>
            <a:pPr>
              <a:defRPr sz="1800"/>
            </a:pPr>
            <a:r>
              <a:t>Collected data using API and web scraping techniques.</a:t>
            </a:r>
          </a:p>
          <a:p>
            <a:pPr>
              <a:defRPr sz="1800"/>
            </a:pPr>
            <a:r>
              <a:t>Performed EDA, SQL analysis, dashboards, and machine learning.</a:t>
            </a:r>
          </a:p>
          <a:p>
            <a:pPr>
              <a:defRPr sz="1800"/>
            </a:pPr>
            <a:r>
              <a:t>Predicted first-stage landing success using classification models.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Introduction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SpaceX reduces launch costs using reusable rockets.</a:t>
            </a:r>
          </a:p>
          <a:p>
            <a:pPr>
              <a:defRPr sz="1800"/>
            </a:pPr>
            <a:r>
              <a:t>Landing success prediction helps estimate mission reliability.</a:t>
            </a:r>
          </a:p>
          <a:p>
            <a:pPr>
              <a:defRPr sz="1800"/>
            </a:pPr>
            <a:r>
              <a:t>Objective: Predict Falcon 9 first-stage landing outcomes.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Data Collection – SpaceX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Collected launch records using the SpaceX REST API.</a:t>
            </a:r>
          </a:p>
          <a:p>
            <a:pPr>
              <a:defRPr sz="1800"/>
            </a:pPr>
            <a:r>
              <a:t>Used Python Requests and Pandas for extraction.</a:t>
            </a:r>
          </a:p>
          <a:p>
            <a:pPr>
              <a:defRPr sz="1800"/>
            </a:pPr>
            <a:r>
              <a:t>Retrieved payload, orbit, launch site, and booster data.</a:t>
            </a:r>
          </a:p>
          <a:p>
            <a:pPr>
              <a:defRPr sz="1800"/>
            </a:pPr>
            <a:r>
              <a:t>GitHub Repository: Add your GitHub link here.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Data Collection – Web Scraping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Used BeautifulSoup for extracting launch history.</a:t>
            </a:r>
          </a:p>
          <a:p>
            <a:pPr>
              <a:defRPr sz="1800"/>
            </a:pPr>
            <a:r>
              <a:t>Parsed HTML tables and mission details.</a:t>
            </a:r>
          </a:p>
          <a:p>
            <a:pPr>
              <a:defRPr sz="1800"/>
            </a:pPr>
            <a:r>
              <a:t>Cleaned and converted scraped data into DataFrames.</a:t>
            </a:r>
          </a:p>
          <a:p>
            <a:pPr>
              <a:defRPr sz="1800"/>
            </a:pPr>
            <a:r>
              <a:t>GitHub Repository: Add your GitHub link here.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Data Wrangling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Handled missing values and formatted columns.</a:t>
            </a:r>
          </a:p>
          <a:p>
            <a:pPr>
              <a:defRPr sz="1800"/>
            </a:pPr>
            <a:r>
              <a:t>Selected important features for analysis.</a:t>
            </a:r>
          </a:p>
          <a:p>
            <a:pPr>
              <a:defRPr sz="1800"/>
            </a:pPr>
            <a:r>
              <a:t>Converted categorical variables for ML processing.</a:t>
            </a:r>
          </a:p>
          <a:p>
            <a:pPr>
              <a:defRPr sz="1800"/>
            </a:pPr>
            <a:r>
              <a:t>Prepared cleaned dataset for predictive analysis.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EDA with Visualization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Analyzed launch success across launch sites.</a:t>
            </a:r>
          </a:p>
          <a:p>
            <a:pPr>
              <a:defRPr sz="1800"/>
            </a:pPr>
            <a:r>
              <a:t>Studied payload impact on launch outcomes.</a:t>
            </a:r>
          </a:p>
          <a:p>
            <a:pPr>
              <a:defRPr sz="1800"/>
            </a:pPr>
            <a:r>
              <a:t>Visualized trends using bar charts and scatter plots.</a:t>
            </a:r>
          </a:p>
          <a:p>
            <a:pPr>
              <a:defRPr sz="1800"/>
            </a:pPr>
            <a:r>
              <a:t>Identified operational improvements over time.</a:t>
            </a:r>
          </a:p>
        </p:txBody>
      </p:sp>
      <p:pic>
        <p:nvPicPr>
          <p:cNvPr id="5" name="Picture 4" descr="success_sit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EDA with SQL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Performed SQL queries on launch records.</a:t>
            </a:r>
          </a:p>
          <a:p>
            <a:pPr>
              <a:defRPr sz="1800"/>
            </a:pPr>
            <a:r>
              <a:t>Calculated success rates and payload statistics.</a:t>
            </a:r>
          </a:p>
          <a:p>
            <a:pPr>
              <a:defRPr sz="1800"/>
            </a:pPr>
            <a:r>
              <a:t>Compared launch sites and mission counts.</a:t>
            </a:r>
          </a:p>
          <a:p>
            <a:pPr>
              <a:defRPr sz="1800"/>
            </a:pPr>
            <a:r>
              <a:t>Identified top-performing launch locations.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Interactive Visual Analytics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Created Folium maps for launch site visualization.</a:t>
            </a:r>
          </a:p>
          <a:p>
            <a:pPr>
              <a:defRPr sz="1800"/>
            </a:pPr>
            <a:r>
              <a:t>Developed Plotly Dash dashboard for interactive analysis.</a:t>
            </a:r>
          </a:p>
          <a:p>
            <a:pPr>
              <a:defRPr sz="1800"/>
            </a:pPr>
            <a:r>
              <a:t>Users can filter launch sites and payload ranges.</a:t>
            </a:r>
          </a:p>
          <a:p>
            <a:pPr>
              <a:defRPr sz="1800"/>
            </a:pPr>
            <a:r>
              <a:t>Interactive charts improve decision-making and exploration.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EDA Results – Payload Analysis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Moderate payload ranges achieved better success rates.</a:t>
            </a:r>
          </a:p>
          <a:p>
            <a:pPr>
              <a:defRPr sz="1800"/>
            </a:pPr>
            <a:r>
              <a:t>Payload mass influences landing outcomes.</a:t>
            </a:r>
          </a:p>
          <a:p>
            <a:pPr>
              <a:defRPr sz="1800"/>
            </a:pPr>
            <a:r>
              <a:t>Higher payloads may increase mission complexity.</a:t>
            </a:r>
          </a:p>
        </p:txBody>
      </p:sp>
      <p:pic>
        <p:nvPicPr>
          <p:cNvPr id="5" name="Picture 4" descr="payload_success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Plotly Dash Dashboard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Dashboard includes success pie charts.</a:t>
            </a:r>
          </a:p>
          <a:p>
            <a:pPr>
              <a:defRPr sz="1800"/>
            </a:pPr>
            <a:r>
              <a:t>Scatter plots compare payload and launch success.</a:t>
            </a:r>
          </a:p>
          <a:p>
            <a:pPr>
              <a:defRPr sz="1800"/>
            </a:pPr>
            <a:r>
              <a:t>Dropdowns and sliders allow dynamic filtering.</a:t>
            </a:r>
          </a:p>
          <a:p>
            <a:pPr>
              <a:defRPr sz="1800"/>
            </a:pPr>
            <a:r>
              <a:t>Interactive dashboards simplify exploratory analysis.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Predictive Analysis Methodology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Applied Logistic Regression, SVM, Decision Tree, and KNN.</a:t>
            </a:r>
          </a:p>
          <a:p>
            <a:pPr>
              <a:defRPr sz="1800"/>
            </a:pPr>
            <a:r>
              <a:t>Used train-test split and feature engineering.</a:t>
            </a:r>
          </a:p>
          <a:p>
            <a:pPr>
              <a:defRPr sz="1800"/>
            </a:pPr>
            <a:r>
              <a:t>Compared model accuracy and classification performance.</a:t>
            </a:r>
          </a:p>
          <a:p>
            <a:pPr>
              <a:defRPr sz="1800"/>
            </a:pPr>
            <a:r>
              <a:t>Decision Tree achieved the best overall performance.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Predictive Analysis Results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Machine learning models successfully predicted landing outcomes.</a:t>
            </a:r>
          </a:p>
          <a:p>
            <a:pPr>
              <a:defRPr sz="1800"/>
            </a:pPr>
            <a:r>
              <a:t>Decision Tree and SVM showed strong accuracy.</a:t>
            </a:r>
          </a:p>
          <a:p>
            <a:pPr>
              <a:defRPr sz="1800"/>
            </a:pPr>
            <a:r>
              <a:t>Launch site and payload mass were important predictors.</a:t>
            </a:r>
          </a:p>
          <a:p>
            <a:pPr>
              <a:defRPr sz="1800"/>
            </a:pPr>
            <a:r>
              <a:t>ML can support mission planning and reliability analysis.</a:t>
            </a:r>
          </a:p>
        </p:txBody>
      </p:sp>
      <p:pic>
        <p:nvPicPr>
          <p:cNvPr id="5" name="Picture 4" descr="booster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754880" y="1097280"/>
            <a:ext cx="3657600" cy="24384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Innovative Insights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Launch success improved significantly over time.</a:t>
            </a:r>
          </a:p>
          <a:p>
            <a:pPr>
              <a:defRPr sz="1800"/>
            </a:pPr>
            <a:r>
              <a:t>Certain launch sites demonstrated higher reliability.</a:t>
            </a:r>
          </a:p>
          <a:p>
            <a:pPr>
              <a:defRPr sz="1800"/>
            </a:pPr>
            <a:r>
              <a:t>Payload mass affects landing probability.</a:t>
            </a:r>
          </a:p>
          <a:p>
            <a:pPr>
              <a:defRPr sz="1800"/>
            </a:pPr>
            <a:r>
              <a:t>Interactive analytics improve user-driven exploration.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/>
        </p:txBody>
      </p:sp>
      <p:sp>
        <p:nvSpPr>
          <p:cNvPr id="3" name="TextBox 2"/>
          <p:cNvSpPr txBox="1"/>
          <p:nvPr/>
        </p:nvSpPr>
        <p:spPr>
          <a:xfrm>
            <a:off x="457200" y="182880"/>
            <a:ext cx="8229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003366"/>
                </a:solidFill>
              </a:defRPr>
            </a:pPr>
            <a:r>
              <a:t>Conclusion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914400"/>
            <a:ext cx="4114800" cy="41148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800"/>
            </a:pPr>
            <a:r>
              <a:t>Successfully completed end-to-end data science workflow.</a:t>
            </a:r>
          </a:p>
          <a:p>
            <a:pPr>
              <a:defRPr sz="1800"/>
            </a:pPr>
            <a:r>
              <a:t>Combined data collection, wrangling, EDA, SQL, dashboards, and ML.</a:t>
            </a:r>
          </a:p>
          <a:p>
            <a:pPr>
              <a:defRPr sz="1800"/>
            </a:pPr>
            <a:r>
              <a:t>Generated meaningful insights into Falcon 9 landing success.</a:t>
            </a:r>
          </a:p>
          <a:p>
            <a:pPr>
              <a:defRPr sz="1800"/>
            </a:pPr>
            <a:r>
              <a:t>Future work can include real-time prediction systems.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